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8" r:id="rId4"/>
    <p:sldId id="264" r:id="rId5"/>
    <p:sldId id="260" r:id="rId6"/>
    <p:sldId id="263" r:id="rId7"/>
    <p:sldId id="265" r:id="rId8"/>
    <p:sldId id="269" r:id="rId9"/>
    <p:sldId id="268" r:id="rId10"/>
    <p:sldId id="267" r:id="rId11"/>
    <p:sldId id="266" r:id="rId12"/>
    <p:sldId id="262" r:id="rId13"/>
    <p:sldId id="270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D550D-FB3D-48C3-8050-6BCC127D8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434" y="1416676"/>
            <a:ext cx="9221273" cy="2470004"/>
          </a:xfrm>
        </p:spPr>
        <p:txBody>
          <a:bodyPr/>
          <a:lstStyle/>
          <a:p>
            <a:r>
              <a:rPr lang="ru-RU" sz="88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CinemaTrack</a:t>
            </a:r>
            <a:endParaRPr lang="ru-RU" sz="8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57C033-0BA6-4AD1-A0E3-B6DB658E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4043966"/>
            <a:ext cx="6831673" cy="99855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Подготовили:</a:t>
            </a:r>
          </a:p>
          <a:p>
            <a:r>
              <a:rPr lang="ru-RU" dirty="0"/>
              <a:t> </a:t>
            </a:r>
            <a:r>
              <a:rPr lang="ru-RU" dirty="0" err="1"/>
              <a:t>Манкевич</a:t>
            </a:r>
            <a:r>
              <a:rPr lang="ru-RU" dirty="0"/>
              <a:t> Богдан</a:t>
            </a:r>
          </a:p>
          <a:p>
            <a:r>
              <a:rPr lang="ru-RU" dirty="0" err="1"/>
              <a:t>Доюнов</a:t>
            </a:r>
            <a:r>
              <a:rPr lang="ru-RU" dirty="0"/>
              <a:t> Динислам</a:t>
            </a:r>
          </a:p>
        </p:txBody>
      </p:sp>
    </p:spTree>
    <p:extLst>
      <p:ext uri="{BB962C8B-B14F-4D97-AF65-F5344CB8AC3E}">
        <p14:creationId xmlns:p14="http://schemas.microsoft.com/office/powerpoint/2010/main" val="3302132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D16A5B3-6871-4BDC-802A-6BAA8783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624848"/>
          </a:xfrm>
        </p:spPr>
        <p:txBody>
          <a:bodyPr>
            <a:normAutofit/>
          </a:bodyPr>
          <a:lstStyle/>
          <a:p>
            <a:r>
              <a:rPr lang="ru-RU" sz="48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CinemaTrack</a:t>
            </a:r>
            <a:r>
              <a:rPr lang="ru-RU" sz="4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веб-приложение для ведения личного списка фильмов. Сервис позволяет пользователю удобно сохранять информацию о фильмах, которые он планирует посмотреть или уже посмотрел, а также хранить к ним заметки и постеры. </a:t>
            </a:r>
            <a:endParaRPr lang="ru-RU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64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0D1837-471A-4DA3-BA92-3FEDB56B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55" y="556098"/>
            <a:ext cx="9646276" cy="574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56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4D5C4-5EB4-46E9-A22B-0B38A9D3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295" y="157766"/>
            <a:ext cx="10103475" cy="6542467"/>
          </a:xfrm>
        </p:spPr>
        <p:txBody>
          <a:bodyPr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 встречает красочное меню,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 имеет два вида интерфейса: темную и светлую тему,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подойдет под разное время суток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эстетические желания пользователя.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 уже можете начать кинопросмотр, однако для получения полных функций сайта, нужно зарегистрироваться или войти в уже созданный аккаунт.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145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E9DDB7-4843-4DF5-90E6-6C799701C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42" y="334851"/>
            <a:ext cx="10380372" cy="6336405"/>
          </a:xfrm>
          <a:prstGeom prst="rect">
            <a:avLst/>
          </a:prstGeom>
        </p:spPr>
      </p:pic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E21EC6C0-96A8-48DD-95DC-85788FCF7E3E}"/>
              </a:ext>
            </a:extLst>
          </p:cNvPr>
          <p:cNvSpPr/>
          <p:nvPr/>
        </p:nvSpPr>
        <p:spPr>
          <a:xfrm rot="20066793">
            <a:off x="8331953" y="758046"/>
            <a:ext cx="1528353" cy="7276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08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FF254-2010-4726-8AD6-E95CB1046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268" y="4945487"/>
            <a:ext cx="9601200" cy="1558344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нажатии на понравившийся фильм, пользователь может узнать о нем больше информации и, конечно, посмотреть его.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8FCD16-6833-424B-9144-4D04C8E9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07" y="243347"/>
            <a:ext cx="8392731" cy="429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70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D7C986F-1F3D-4672-9AB3-F78D8AB5E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80" y="141668"/>
            <a:ext cx="10174310" cy="5264239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DA5F0F2E-8221-44A5-B365-242A697A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935" y="5496059"/>
            <a:ext cx="9601200" cy="136194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есть возможность оставить отзыв о фильме в комментариях.</a:t>
            </a:r>
          </a:p>
        </p:txBody>
      </p:sp>
    </p:spTree>
    <p:extLst>
      <p:ext uri="{BB962C8B-B14F-4D97-AF65-F5344CB8AC3E}">
        <p14:creationId xmlns:p14="http://schemas.microsoft.com/office/powerpoint/2010/main" val="2453721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093656-7736-4A91-AB35-E596547B3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30" y="154547"/>
            <a:ext cx="9436654" cy="5393029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1C7A75-FC54-4507-8C89-E2103EE6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949" y="5669923"/>
            <a:ext cx="8493617" cy="640724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добавить фильм в избранные.</a:t>
            </a:r>
          </a:p>
        </p:txBody>
      </p:sp>
    </p:spTree>
    <p:extLst>
      <p:ext uri="{BB962C8B-B14F-4D97-AF65-F5344CB8AC3E}">
        <p14:creationId xmlns:p14="http://schemas.microsoft.com/office/powerpoint/2010/main" val="448715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5B18D8-895C-4580-AAE1-5E62FEEE3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41" y="257578"/>
            <a:ext cx="10396135" cy="5051872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2F17399-156D-4E5B-B863-BFBBE381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808" y="5644167"/>
            <a:ext cx="9601200" cy="743754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Фильм окажется в соответствующем окне.</a:t>
            </a:r>
          </a:p>
        </p:txBody>
      </p:sp>
    </p:spTree>
    <p:extLst>
      <p:ext uri="{BB962C8B-B14F-4D97-AF65-F5344CB8AC3E}">
        <p14:creationId xmlns:p14="http://schemas.microsoft.com/office/powerpoint/2010/main" val="1684077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9739DE-2D99-4470-920E-29AF7965F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55" y="838134"/>
            <a:ext cx="7830715" cy="5181731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FB7D4BD-0050-4C7A-A825-FA80D6107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408" y="1291107"/>
            <a:ext cx="3020096" cy="14859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 профиля.</a:t>
            </a:r>
          </a:p>
        </p:txBody>
      </p:sp>
    </p:spTree>
    <p:extLst>
      <p:ext uri="{BB962C8B-B14F-4D97-AF65-F5344CB8AC3E}">
        <p14:creationId xmlns:p14="http://schemas.microsoft.com/office/powerpoint/2010/main" val="4026020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AFDB5-7ED1-4BA6-B830-6B84C7EE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6020874" cy="5856668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можно добавлять свои фильмы,</a:t>
            </a:r>
            <a:b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указывая все нужные характеристики.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B99689-A84C-44B2-9669-E4D47EE9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830" y="158571"/>
            <a:ext cx="2022574" cy="6540858"/>
          </a:xfrm>
          <a:prstGeom prst="rect">
            <a:avLst/>
          </a:prstGeom>
        </p:spPr>
      </p:pic>
      <p:sp>
        <p:nvSpPr>
          <p:cNvPr id="5" name="Стрелка: влево 4">
            <a:extLst>
              <a:ext uri="{FF2B5EF4-FFF2-40B4-BE49-F238E27FC236}">
                <a16:creationId xmlns:a16="http://schemas.microsoft.com/office/drawing/2014/main" id="{EDC63842-C0CE-44F9-A07C-E4BCD0487614}"/>
              </a:ext>
            </a:extLst>
          </p:cNvPr>
          <p:cNvSpPr/>
          <p:nvPr/>
        </p:nvSpPr>
        <p:spPr>
          <a:xfrm>
            <a:off x="9813702" y="2208727"/>
            <a:ext cx="1352282" cy="57954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99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C8CB22-EAFC-4221-ABAE-19F617032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62" y="363828"/>
            <a:ext cx="10097036" cy="613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2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EC5874-A43E-4225-8F0A-8A498A5CE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055" y="167424"/>
            <a:ext cx="9785348" cy="4971246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5C2865E-8B41-4741-B581-A935FF5C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055" y="5372100"/>
            <a:ext cx="9601200" cy="1318476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отслеживать просмотренные фильмы</a:t>
            </a:r>
          </a:p>
        </p:txBody>
      </p:sp>
    </p:spTree>
    <p:extLst>
      <p:ext uri="{BB962C8B-B14F-4D97-AF65-F5344CB8AC3E}">
        <p14:creationId xmlns:p14="http://schemas.microsoft.com/office/powerpoint/2010/main" val="3336566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4337D5E-44C4-496C-9823-13F54016A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57" y="548962"/>
            <a:ext cx="10597165" cy="596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1D2913-4A9A-4F86-9514-0D8E1AEC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543" y="964306"/>
            <a:ext cx="9601200" cy="1485900"/>
          </a:xfrm>
        </p:spPr>
        <p:txBody>
          <a:bodyPr>
            <a:norm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9443472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{FE18A5A0-AA87-4C1D-8F3F-E783B2170533}TFc3084226-2d0c-440f-9f46-6b48c7a7f6704bbe0077-9f3b6c2d6720</Template>
  <TotalTime>49</TotalTime>
  <Words>164</Words>
  <Application>Microsoft Office PowerPoint</Application>
  <PresentationFormat>Широкоэкранный</PresentationFormat>
  <Paragraphs>14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Franklin Gothic Book</vt:lpstr>
      <vt:lpstr>Times New Roman</vt:lpstr>
      <vt:lpstr>Уголки</vt:lpstr>
      <vt:lpstr>CinemaTrack</vt:lpstr>
      <vt:lpstr>CinemaTrack — это веб-приложение для ведения личного списка фильмов. Сервис позволяет пользователю удобно сохранять информацию о фильмах, которые он планирует посмотреть или уже посмотрел, а также хранить к ним заметки и постеры. </vt:lpstr>
      <vt:lpstr>Презентация PowerPoint</vt:lpstr>
      <vt:lpstr>Нас встречает красочное меню,  веб-приложение имеет два вида интерфейса: темную и светлую тему,  что подойдет под разное время суток и эстетические желания пользователя.  Вы уже можете начать кинопросмотр, однако для получения полных функций сайта, нужно зарегистрироваться или войти в уже созданный аккаунт. </vt:lpstr>
      <vt:lpstr>Презентация PowerPoint</vt:lpstr>
      <vt:lpstr>При нажатии на понравившийся фильм, пользователь может узнать о нем больше информации и, конечно, посмотреть его.</vt:lpstr>
      <vt:lpstr>Также есть возможность оставить отзыв о фильме в комментариях.</vt:lpstr>
      <vt:lpstr>Можно добавить фильм в избранные.</vt:lpstr>
      <vt:lpstr>Фильм окажется в соответствующем окне.</vt:lpstr>
      <vt:lpstr>Настройки профиля.</vt:lpstr>
      <vt:lpstr>Также можно добавлять свои фильмы, указывая все нужные характеристики.</vt:lpstr>
      <vt:lpstr>Презентация PowerPoint</vt:lpstr>
      <vt:lpstr>Можно отслеживать просмотренные фильмы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CinemaTrack</dc:title>
  <dc:creator>1</dc:creator>
  <cp:lastModifiedBy>1</cp:lastModifiedBy>
  <cp:revision>6</cp:revision>
  <dcterms:created xsi:type="dcterms:W3CDTF">2026-05-14T13:00:18Z</dcterms:created>
  <dcterms:modified xsi:type="dcterms:W3CDTF">2026-05-14T13:50:06Z</dcterms:modified>
</cp:coreProperties>
</file>